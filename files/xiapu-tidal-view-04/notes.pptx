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f4d3219e549dd" /><Relationship Type="http://schemas.openxmlformats.org/officeDocument/2006/relationships/extended-properties" Target="/docProps/app.xml" Id="Rce0dbbd8adbf4078" /><Relationship Type="http://schemas.openxmlformats.org/officeDocument/2006/relationships/officeDocument" Target="/ppt/presentation.xml" Id="R5ebb5753517c4b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0a9c3a835b4938"/>
  </p:sldMasterIdLst>
  <p:notesMasterIdLst>
    <p:notesMasterId xmlns:r="http://schemas.openxmlformats.org/officeDocument/2006/relationships" r:id="Red707dc467f34518"/>
  </p:notesMasterIdLst>
  <p:sldIdLst>
    <p:sldId xmlns:r="http://schemas.openxmlformats.org/officeDocument/2006/relationships" id="256" r:id="Rd8a4a21c299f41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7b59dc90d249dc" /><Relationship Type="http://schemas.openxmlformats.org/officeDocument/2006/relationships/slideMaster" Target="/ppt/slideMasters/slideMaster1.xml" Id="Rc60a9c3a835b4938" /><Relationship Type="http://schemas.openxmlformats.org/officeDocument/2006/relationships/notesMaster" Target="/ppt/notesMasters/notesMaster1.xml" Id="Red707dc467f34518" /><Relationship Type="http://schemas.openxmlformats.org/officeDocument/2006/relationships/presProps" Target="/ppt/presProps.xml" Id="R4ea3767c61174d48" /><Relationship Type="http://schemas.openxmlformats.org/officeDocument/2006/relationships/tableStyles" Target="/ppt/tableStyles.xml" Id="R1f66f8f050c54f1b" /><Relationship Type="http://schemas.openxmlformats.org/officeDocument/2006/relationships/slide" Target="/ppt/slides/slide1.xml" Id="Rd8a4a21c299f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da3dd86466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dc9d020c8414c" /><Relationship Type="http://schemas.openxmlformats.org/officeDocument/2006/relationships/notesMaster" Target="/ppt/notesMasters/notesMaster1.xml" Id="R1c7a1142cd44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6938d35f840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e990b3ae941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db976e6ca4f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2af40b4cf4e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0dae1c9f940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4788cdf79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F3D3E8-2451-4C6F-81E6-98B5C8D4D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ABA2DC-0026-4365-8608-E10BF31C42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6AC70E-13BD-40A2-A847-81E55A44E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9B5F34-AB13-4B71-B5F5-3CCCECC9D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FE75E5-8EFB-4330-B765-A2DCCC152D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3CDF11-71C1-4107-AECC-5AC7ECC8A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E6CF22-9ED1-4C1D-9DAF-6E800E170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C791BD-3B42-46B6-B753-D1C4D6EF06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1194C3-3BF6-4DC5-826B-6ED9A0108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6A87AF-0783-4B7D-9824-53F4F890C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a09b424334c6d" /><Relationship Type="http://schemas.openxmlformats.org/officeDocument/2006/relationships/slideLayout" Target="/ppt/slideLayouts/slideLayout1.xml" Id="Re7e7c81156994e1b" /><Relationship Type="http://schemas.openxmlformats.org/officeDocument/2006/relationships/slideLayout" Target="/ppt/slideLayouts/slideLayout2.xml" Id="Rf3ab2cb955694f5b" /><Relationship Type="http://schemas.openxmlformats.org/officeDocument/2006/relationships/slideLayout" Target="/ppt/slideLayouts/slideLayout3.xml" Id="Rc0c7591d91754bbd" /><Relationship Type="http://schemas.openxmlformats.org/officeDocument/2006/relationships/slideLayout" Target="/ppt/slideLayouts/slideLayout4.xml" Id="R039acccbf6374c61" /><Relationship Type="http://schemas.openxmlformats.org/officeDocument/2006/relationships/slideLayout" Target="/ppt/slideLayouts/slideLayout5.xml" Id="R52d887d9897b4967" /><Relationship Type="http://schemas.openxmlformats.org/officeDocument/2006/relationships/slideLayout" Target="/ppt/slideLayouts/slideLayout6.xml" Id="R4bf8f6e18631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7c81156994e1b"/>
    <p:sldLayoutId xmlns:r="http://schemas.openxmlformats.org/officeDocument/2006/relationships" id="2147483650" r:id="Rf3ab2cb955694f5b"/>
    <p:sldLayoutId xmlns:r="http://schemas.openxmlformats.org/officeDocument/2006/relationships" id="2147483651" r:id="Rc0c7591d91754bbd"/>
    <p:sldLayoutId xmlns:r="http://schemas.openxmlformats.org/officeDocument/2006/relationships" id="2147483652" r:id="R039acccbf6374c61"/>
    <p:sldLayoutId xmlns:r="http://schemas.openxmlformats.org/officeDocument/2006/relationships" id="2147483653" r:id="R52d887d9897b4967"/>
    <p:sldLayoutId xmlns:r="http://schemas.openxmlformats.org/officeDocument/2006/relationships" id="2147483654" r:id="R4bf8f6e18631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466c8106743f7" /><Relationship Type="http://schemas.openxmlformats.org/officeDocument/2006/relationships/notesSlide" Target="/ppt/notesSlides/notesSlide1.xml" Id="R673bb63276204c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C3BA6-B5B4-4351-AE93-F3B71BA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霞浦滩涂观察附记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C9991-D842-4001-A3A4-53A2835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7F82B-A29F-4A9B-B125-865F7492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福建省宁德市霞浦县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2ED9A-F84A-4DC3-BD1B-90BC061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景观对象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7FEC2-74F5-436D-A3A2-C1E5BF0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沿海滩涂及其潮汐变化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26448-C51E-43A2-A068-C6D4DFCF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名录编制机构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230FA-2174-4B72-8EA0-6EF435C2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澄野地理观察院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CBB6C-17D1-4773-8742-BEEF55C2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名录归属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26F2F-E800-46E5-A08C-F8DD7522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海岸景观观察示范地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3C16-967E-40B2-AB43-CFA2D0D5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列入对象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4D769-C7BC-41C3-A4E3-21A55BBC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霞浦滩涂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3E911-EE8A-46D3-9678-E1498E7B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观察提示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E911B-3067-40A9-A31E-1CE06EE2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00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比较水面、滩面与远近岸线的变化。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D7858-41FF-4BCF-967F-B134BEFA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整理说明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4673F-EC88-48A5-B93D-8BB69D90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67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本文作者整理，名录信息与正文采用同一口径。</a:t>
            </a:r>
          </a:p>
        </p:txBody>
      </p:sp>
    </p:spTree>
    <p:extLst>
      <p:ext uri="{BB962C8B-B14F-4D97-AF65-F5344CB8AC3E}">
        <p14:creationId xmlns:p14="http://schemas.microsoft.com/office/powerpoint/2010/main" val="1234584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2026-10-30T11:27:12.6910000Z</dcterms:created>
  <dcterms:modified xsi:type="dcterms:W3CDTF">2026-10-30T11:27:12.6910000Z</dcterms:modified>
</coreProperties>
</file>