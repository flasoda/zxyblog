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d8f968fc134158" /><Relationship Type="http://schemas.openxmlformats.org/officeDocument/2006/relationships/extended-properties" Target="/docProps/app.xml" Id="R6c1774289e854950" /><Relationship Type="http://schemas.openxmlformats.org/officeDocument/2006/relationships/officeDocument" Target="/ppt/presentation.xml" Id="R0881f002cede4b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cea4d39c324a55"/>
  </p:sldMasterIdLst>
  <p:notesMasterIdLst>
    <p:notesMasterId xmlns:r="http://schemas.openxmlformats.org/officeDocument/2006/relationships" r:id="Ra35b3194757e4fdf"/>
  </p:notesMasterIdLst>
  <p:sldIdLst>
    <p:sldId xmlns:r="http://schemas.openxmlformats.org/officeDocument/2006/relationships" id="256" r:id="Ra935782259234f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9d4472c95d4cf9" /><Relationship Type="http://schemas.openxmlformats.org/officeDocument/2006/relationships/slideMaster" Target="/ppt/slideMasters/slideMaster1.xml" Id="R00cea4d39c324a55" /><Relationship Type="http://schemas.openxmlformats.org/officeDocument/2006/relationships/notesMaster" Target="/ppt/notesMasters/notesMaster1.xml" Id="Ra35b3194757e4fdf" /><Relationship Type="http://schemas.openxmlformats.org/officeDocument/2006/relationships/presProps" Target="/ppt/presProps.xml" Id="Rfc8c49cd26904e48" /><Relationship Type="http://schemas.openxmlformats.org/officeDocument/2006/relationships/tableStyles" Target="/ppt/tableStyles.xml" Id="R712be72986da4661" /><Relationship Type="http://schemas.openxmlformats.org/officeDocument/2006/relationships/slide" Target="/ppt/slides/slide1.xml" Id="Ra935782259234f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63ea19f0af49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ac8239e0aa453f" /><Relationship Type="http://schemas.openxmlformats.org/officeDocument/2006/relationships/notesMaster" Target="/ppt/notesMasters/notesMaster1.xml" Id="Re078256edd9449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f56f72919245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068e013f844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44a22ce2d64b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a85c8915547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d9f70dc284c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496ef9ab264e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E714E7-ECC4-47EA-AF79-50A091789B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7F12606-A1C4-416D-A184-F8A72CD393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E7DCB74-CFBD-47E1-9A39-D5C9D9AB22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CA64E5-F791-4CF1-AADD-90EC437389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991CFE8-34FB-4D5B-BC2F-FFE3D0D2CC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54B0CF-662C-4E36-855D-B248BD802B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977BEA-8931-4AC4-AD3A-2D7293AB2D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72482FF-C48E-425E-BA9A-77F4A0CC23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53DA13-EA26-4C8A-AB35-010873D738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404710-6927-4323-93E0-B8235D2088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6b5350b06045fb" /><Relationship Type="http://schemas.openxmlformats.org/officeDocument/2006/relationships/slideLayout" Target="/ppt/slideLayouts/slideLayout1.xml" Id="R966d8f25b02544bc" /><Relationship Type="http://schemas.openxmlformats.org/officeDocument/2006/relationships/slideLayout" Target="/ppt/slideLayouts/slideLayout2.xml" Id="R156fd73dcac64a06" /><Relationship Type="http://schemas.openxmlformats.org/officeDocument/2006/relationships/slideLayout" Target="/ppt/slideLayouts/slideLayout3.xml" Id="Rb298e45b037a466d" /><Relationship Type="http://schemas.openxmlformats.org/officeDocument/2006/relationships/slideLayout" Target="/ppt/slideLayouts/slideLayout4.xml" Id="Rcb903470517740a4" /><Relationship Type="http://schemas.openxmlformats.org/officeDocument/2006/relationships/slideLayout" Target="/ppt/slideLayouts/slideLayout5.xml" Id="R4969abf6fabd43bf" /><Relationship Type="http://schemas.openxmlformats.org/officeDocument/2006/relationships/slideLayout" Target="/ppt/slideLayouts/slideLayout6.xml" Id="Ra1c4a1d4cc154e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6d8f25b02544bc"/>
    <p:sldLayoutId xmlns:r="http://schemas.openxmlformats.org/officeDocument/2006/relationships" id="2147483650" r:id="R156fd73dcac64a06"/>
    <p:sldLayoutId xmlns:r="http://schemas.openxmlformats.org/officeDocument/2006/relationships" id="2147483651" r:id="Rb298e45b037a466d"/>
    <p:sldLayoutId xmlns:r="http://schemas.openxmlformats.org/officeDocument/2006/relationships" id="2147483652" r:id="Rcb903470517740a4"/>
    <p:sldLayoutId xmlns:r="http://schemas.openxmlformats.org/officeDocument/2006/relationships" id="2147483653" r:id="R4969abf6fabd43bf"/>
    <p:sldLayoutId xmlns:r="http://schemas.openxmlformats.org/officeDocument/2006/relationships" id="2147483654" r:id="Ra1c4a1d4cc154e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df1f0a067c41ca" /><Relationship Type="http://schemas.openxmlformats.org/officeDocument/2006/relationships/notesSlide" Target="/ppt/notesSlides/notesSlide1.xml" Id="Rb11d8faad87645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EE363-1746-416F-AF54-42699581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阿斯哈图石林资料摘录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489BA-154F-4156-ACC6-BF9549AC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名称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FA8D4-CBAA-4704-9721-C2B484D0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46685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阿斯哈图石林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30D34-D381-4284-9D5A-D6AD3578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所在地区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301C0-F455-4478-9533-EF3D5206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336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内蒙古自治区赤峰市克什克腾旗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5858F-77BF-4EFE-BB39-AD639457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地理位置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DFBF0-B998-40BD-A1BA-C247D516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0035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克什克腾旗东北部北大山一带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32FE8-1246-4E9A-A1DC-BB909ECB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所属地质公园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B86B5-E0C5-4923-B913-0D5FFC83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671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克什克腾世界地质公园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BCC46-355F-4D2A-B34C-9CEC331C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主要岩石类型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320EF-1C0F-4882-95D5-DE572961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3385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石灰岩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BA5CC-60ED-4003-A4BC-77AD2509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外观线索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2EC18-0455-418C-BD4D-3ADA135A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006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可见石柱、石墙等形态，局部岩体有横向节理。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9FD9F-73AE-4576-B0C2-A31AA85C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观察提示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CFE83-4175-4A0C-9BB9-4FE93301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46735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沿规定游览线路观察整体轮廓、裂隙和岩体之间的空隙。</a:t>
            </a:r>
          </a:p>
        </p:txBody>
      </p:sp>
    </p:spTree>
    <p:extLst>
      <p:ext uri="{BB962C8B-B14F-4D97-AF65-F5344CB8AC3E}">
        <p14:creationId xmlns:p14="http://schemas.microsoft.com/office/powerpoint/2010/main" val="14045414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2026-10-30T10:01:41.0440000Z</dcterms:created>
  <dcterms:modified xsi:type="dcterms:W3CDTF">2026-10-30T10:01:41.0440000Z</dcterms:modified>
</coreProperties>
</file>