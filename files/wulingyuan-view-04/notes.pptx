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ce764d1ee8445a" /><Relationship Type="http://schemas.openxmlformats.org/officeDocument/2006/relationships/extended-properties" Target="/docProps/app.xml" Id="R725e9a1fb4134775" /><Relationship Type="http://schemas.openxmlformats.org/officeDocument/2006/relationships/officeDocument" Target="/ppt/presentation.xml" Id="R65fd640ec9ce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bc06173b34f90"/>
  </p:sldMasterIdLst>
  <p:notesMasterIdLst>
    <p:notesMasterId xmlns:r="http://schemas.openxmlformats.org/officeDocument/2006/relationships" r:id="Rfad85463adfa4b58"/>
  </p:notesMasterIdLst>
  <p:sldIdLst>
    <p:sldId xmlns:r="http://schemas.openxmlformats.org/officeDocument/2006/relationships" id="256" r:id="Rc140a926c05a43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aca97e5724437" /><Relationship Type="http://schemas.openxmlformats.org/officeDocument/2006/relationships/slideMaster" Target="/ppt/slideMasters/slideMaster1.xml" Id="R592bc06173b34f90" /><Relationship Type="http://schemas.openxmlformats.org/officeDocument/2006/relationships/notesMaster" Target="/ppt/notesMasters/notesMaster1.xml" Id="Rfad85463adfa4b58" /><Relationship Type="http://schemas.openxmlformats.org/officeDocument/2006/relationships/presProps" Target="/ppt/presProps.xml" Id="R4217834f4edc4d92" /><Relationship Type="http://schemas.openxmlformats.org/officeDocument/2006/relationships/tableStyles" Target="/ppt/tableStyles.xml" Id="R9076dcc5364142bc" /><Relationship Type="http://schemas.openxmlformats.org/officeDocument/2006/relationships/slide" Target="/ppt/slides/slide1.xml" Id="Rc140a926c05a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0bb6b20f548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edde465094f71" /><Relationship Type="http://schemas.openxmlformats.org/officeDocument/2006/relationships/notesMaster" Target="/ppt/notesMasters/notesMaster1.xml" Id="R41ceaf5823c8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12a30131247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a4c6b7fd24b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c4730daa74b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af2a28cd44c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d00a84f0d4d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ed38b6ffd44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1D48D3-1D78-47F8-862C-A101EBE66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BC5DA3-A217-4334-9C12-92A9B56005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D76E06-F8C6-40B7-B174-C901F12E6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507DD4-D01B-4C32-AD6E-3536101FA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916B69-967D-4D78-9EE6-B5F673EA2F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57EF12-8810-4B99-93AD-8C2A35735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0E7D97-7F2D-4B43-B8FC-9B0110EA1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D14458-9494-4D5D-9529-F00A13A202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2470B6-C5F1-4935-B6C7-DA22BA1B5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796FA2-2E7C-40B4-AD90-8F4EBD59DF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b5b23b808d40eb" /><Relationship Type="http://schemas.openxmlformats.org/officeDocument/2006/relationships/slideLayout" Target="/ppt/slideLayouts/slideLayout1.xml" Id="R76d08a5d53e44405" /><Relationship Type="http://schemas.openxmlformats.org/officeDocument/2006/relationships/slideLayout" Target="/ppt/slideLayouts/slideLayout2.xml" Id="Rd0ba868614ee4afe" /><Relationship Type="http://schemas.openxmlformats.org/officeDocument/2006/relationships/slideLayout" Target="/ppt/slideLayouts/slideLayout3.xml" Id="R324149a98aa94093" /><Relationship Type="http://schemas.openxmlformats.org/officeDocument/2006/relationships/slideLayout" Target="/ppt/slideLayouts/slideLayout4.xml" Id="R246edd1aa3da4316" /><Relationship Type="http://schemas.openxmlformats.org/officeDocument/2006/relationships/slideLayout" Target="/ppt/slideLayouts/slideLayout5.xml" Id="Re62a12295b3c47ef" /><Relationship Type="http://schemas.openxmlformats.org/officeDocument/2006/relationships/slideLayout" Target="/ppt/slideLayouts/slideLayout6.xml" Id="R11cb46c39f3f43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d08a5d53e44405"/>
    <p:sldLayoutId xmlns:r="http://schemas.openxmlformats.org/officeDocument/2006/relationships" id="2147483650" r:id="Rd0ba868614ee4afe"/>
    <p:sldLayoutId xmlns:r="http://schemas.openxmlformats.org/officeDocument/2006/relationships" id="2147483651" r:id="R324149a98aa94093"/>
    <p:sldLayoutId xmlns:r="http://schemas.openxmlformats.org/officeDocument/2006/relationships" id="2147483652" r:id="R246edd1aa3da4316"/>
    <p:sldLayoutId xmlns:r="http://schemas.openxmlformats.org/officeDocument/2006/relationships" id="2147483653" r:id="Re62a12295b3c47ef"/>
    <p:sldLayoutId xmlns:r="http://schemas.openxmlformats.org/officeDocument/2006/relationships" id="2147483654" r:id="R11cb46c39f3f43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899ebb1c94923" /><Relationship Type="http://schemas.openxmlformats.org/officeDocument/2006/relationships/notesSlide" Target="/ppt/notesSlides/notesSlide1.xml" Id="Rf1f44bef337a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CB104-E7B6-4098-A5D5-E1EF964B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武陵源观景附记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29811-2F45-4E70-A5F7-A199399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F4AE-5010-45C8-95C4-A3BD31A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湖南省张家界市武陵源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08A7D-6D34-40A6-A3C8-C647A332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记录对象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04600-FF8A-4B7D-9420-4B306EAA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武陵源标志性的峰柱景观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180C2-83C5-47F2-80AB-A223F849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主要岩石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935B5-3D8B-4E9C-AB5E-49EB5A1F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玄武岩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0C8AB-3FBB-444D-AEC2-361EDBF3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形态线索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8FF01-C755-40E8-A005-AC53BAB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峰柱之间可见沟谷，远近轮廓相互遮挡。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6B699-ADA6-4BC2-BA39-2302D4E5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9F85E-F038-4DEE-8B49-9A5FD2A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先看整体峰群，再看单座峰柱与裂隙。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76A0A-CC2B-4868-82A3-680DDDA6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拍摄建议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71E68-10A2-4683-B563-5096777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006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保留山谷或步道作为尺度参照。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81CC-241D-47B1-A5A8-64C15B65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整理说明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05845-19B4-4343-8FD6-4F5B543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6735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本文作者整理，用于回看文中地名与观察要点。</a:t>
            </a:r>
          </a:p>
        </p:txBody>
      </p:sp>
    </p:spTree>
    <p:extLst>
      <p:ext uri="{BB962C8B-B14F-4D97-AF65-F5344CB8AC3E}">
        <p14:creationId xmlns:p14="http://schemas.microsoft.com/office/powerpoint/2010/main" val="425871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2026-10-30T11:27:03.0280000Z</dcterms:created>
  <dcterms:modified xsi:type="dcterms:W3CDTF">2026-10-30T11:27:03.0280000Z</dcterms:modified>
</coreProperties>
</file>