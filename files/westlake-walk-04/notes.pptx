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f4b4cf36ba43c7" /><Relationship Type="http://schemas.openxmlformats.org/officeDocument/2006/relationships/extended-properties" Target="/docProps/app.xml" Id="R1013a113fc6f4d41" /><Relationship Type="http://schemas.openxmlformats.org/officeDocument/2006/relationships/officeDocument" Target="/ppt/presentation.xml" Id="Ra4b740472d814a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fe3d6123014326"/>
  </p:sldMasterIdLst>
  <p:notesMasterIdLst>
    <p:notesMasterId xmlns:r="http://schemas.openxmlformats.org/officeDocument/2006/relationships" r:id="Rdc7642b724cd4073"/>
  </p:notesMasterIdLst>
  <p:sldIdLst>
    <p:sldId xmlns:r="http://schemas.openxmlformats.org/officeDocument/2006/relationships" id="256" r:id="R0a972ec265a24b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546d579fb04ff8" /><Relationship Type="http://schemas.openxmlformats.org/officeDocument/2006/relationships/slideMaster" Target="/ppt/slideMasters/slideMaster1.xml" Id="R61fe3d6123014326" /><Relationship Type="http://schemas.openxmlformats.org/officeDocument/2006/relationships/notesMaster" Target="/ppt/notesMasters/notesMaster1.xml" Id="Rdc7642b724cd4073" /><Relationship Type="http://schemas.openxmlformats.org/officeDocument/2006/relationships/presProps" Target="/ppt/presProps.xml" Id="R38438a969eed4f58" /><Relationship Type="http://schemas.openxmlformats.org/officeDocument/2006/relationships/tableStyles" Target="/ppt/tableStyles.xml" Id="Rde4d534b6c964686" /><Relationship Type="http://schemas.openxmlformats.org/officeDocument/2006/relationships/slide" Target="/ppt/slides/slide1.xml" Id="R0a972ec265a24b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f54914283742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e6eea02eda46e6" /><Relationship Type="http://schemas.openxmlformats.org/officeDocument/2006/relationships/notesMaster" Target="/ppt/notesMasters/notesMaster1.xml" Id="R1a761bafc0aa48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72b657efe4f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abf07652647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7b76c4a33f45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4d7e73e53544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0d394012534f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838de43bef44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001B11-00D7-43A5-8483-1EE780858E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0F651C-7915-4416-B78C-BCE34928E3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624EEC4-94CA-42C9-A062-DFF775E197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F4DF86-74BE-4DCE-AD42-5145C5CE01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37A3DE8-2888-41AD-A44B-FA7FEA60B7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1A22BD-E62D-4846-BA29-669BF494CB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412E0F-6380-4A60-986B-28BAEDDA55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B043538-E6F7-47F1-AE3A-E9FA4462D6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591E33-F6BA-4AD7-B493-57A5CA7722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7879AA-8409-4E44-BC4D-777A98A972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04dd75e8b64163" /><Relationship Type="http://schemas.openxmlformats.org/officeDocument/2006/relationships/slideLayout" Target="/ppt/slideLayouts/slideLayout1.xml" Id="R975eea8c707247fd" /><Relationship Type="http://schemas.openxmlformats.org/officeDocument/2006/relationships/slideLayout" Target="/ppt/slideLayouts/slideLayout2.xml" Id="Rdfc125220150451e" /><Relationship Type="http://schemas.openxmlformats.org/officeDocument/2006/relationships/slideLayout" Target="/ppt/slideLayouts/slideLayout3.xml" Id="R77e8e7d19a464735" /><Relationship Type="http://schemas.openxmlformats.org/officeDocument/2006/relationships/slideLayout" Target="/ppt/slideLayouts/slideLayout4.xml" Id="Rf32e8e0dd805467a" /><Relationship Type="http://schemas.openxmlformats.org/officeDocument/2006/relationships/slideLayout" Target="/ppt/slideLayouts/slideLayout5.xml" Id="R08925b62856543e0" /><Relationship Type="http://schemas.openxmlformats.org/officeDocument/2006/relationships/slideLayout" Target="/ppt/slideLayouts/slideLayout6.xml" Id="R4fd86a0172ac41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5eea8c707247fd"/>
    <p:sldLayoutId xmlns:r="http://schemas.openxmlformats.org/officeDocument/2006/relationships" id="2147483650" r:id="Rdfc125220150451e"/>
    <p:sldLayoutId xmlns:r="http://schemas.openxmlformats.org/officeDocument/2006/relationships" id="2147483651" r:id="R77e8e7d19a464735"/>
    <p:sldLayoutId xmlns:r="http://schemas.openxmlformats.org/officeDocument/2006/relationships" id="2147483652" r:id="Rf32e8e0dd805467a"/>
    <p:sldLayoutId xmlns:r="http://schemas.openxmlformats.org/officeDocument/2006/relationships" id="2147483653" r:id="R08925b62856543e0"/>
    <p:sldLayoutId xmlns:r="http://schemas.openxmlformats.org/officeDocument/2006/relationships" id="2147483654" r:id="R4fd86a0172ac41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094dff212240c1" /><Relationship Type="http://schemas.openxmlformats.org/officeDocument/2006/relationships/notesSlide" Target="/ppt/notesSlides/notesSlide1.xml" Id="R3ae7841496f24b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E331C-4B3A-47F3-9242-69ADF08A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西湖散步安排附记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4B507-303D-4438-ABB3-5C188B20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安排性质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F13D5-2F43-439D-A72B-9A35D44C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6685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自拟行程示例；不是实测路线，也不是官方里程。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D9845-B64F-4C51-9829-7C9EC49E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第一段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99549-9891-463E-B6FE-4AA48730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336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起点至湖边，估算步行1.2公里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54FD4-2BC4-4CF0-8C54-C1998BBB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第二段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2913A-1BAC-4B64-944E-E96FB016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0035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沿湖停留一带，估算步行0.8公里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A763E-D66C-4AF7-A605-DF1EBD1F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第三段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8522A-B727-49BC-ABB7-381DCC1A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671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离开湖边至终点，估算步行1.5公里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C837D-0A67-43F1-AAE2-F8D16CED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B54DC-37B0-4077-A396-527EDF1F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3385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三段各计一次，无折返或额外接驳步行。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81EA4-54D7-4D88-9F6F-5D21D2C0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合计步行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54F25-501B-4791-A434-83996E0B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006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4.5公里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4A84A-E218-4CC5-9ABB-B17A0CC4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使用提示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49F06-7FF4-49B5-B262-8091AB25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46735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分段里程仅为本示例输入，实际出行另查地图。</a:t>
            </a:r>
          </a:p>
        </p:txBody>
      </p:sp>
    </p:spTree>
    <p:extLst>
      <p:ext uri="{BB962C8B-B14F-4D97-AF65-F5344CB8AC3E}">
        <p14:creationId xmlns:p14="http://schemas.microsoft.com/office/powerpoint/2010/main" val="721590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2026-10-30T11:27:08.5230000Z</dcterms:created>
  <dcterms:modified xsi:type="dcterms:W3CDTF">2026-10-30T11:27:08.5230000Z</dcterms:modified>
</coreProperties>
</file>